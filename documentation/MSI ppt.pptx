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282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ek, L van der (rt)" userId="b90f92f1-b240-4073-966f-3e5cfa3bc3cf" providerId="ADAL" clId="{32C6D93C-BA9B-4C2B-B6EA-9859871A8968}"/>
    <pc:docChg chg="modSld">
      <pc:chgData name="Hoek, L van der (rt)" userId="b90f92f1-b240-4073-966f-3e5cfa3bc3cf" providerId="ADAL" clId="{32C6D93C-BA9B-4C2B-B6EA-9859871A8968}" dt="2024-07-22T07:11:00.272" v="0" actId="20577"/>
      <pc:docMkLst>
        <pc:docMk/>
      </pc:docMkLst>
      <pc:sldChg chg="modSp mod">
        <pc:chgData name="Hoek, L van der (rt)" userId="b90f92f1-b240-4073-966f-3e5cfa3bc3cf" providerId="ADAL" clId="{32C6D93C-BA9B-4C2B-B6EA-9859871A8968}" dt="2024-07-22T07:11:00.272" v="0" actId="20577"/>
        <pc:sldMkLst>
          <pc:docMk/>
          <pc:sldMk cId="468874092" sldId="257"/>
        </pc:sldMkLst>
        <pc:spChg chg="mod">
          <ac:chgData name="Hoek, L van der (rt)" userId="b90f92f1-b240-4073-966f-3e5cfa3bc3cf" providerId="ADAL" clId="{32C6D93C-BA9B-4C2B-B6EA-9859871A8968}" dt="2024-07-22T07:11:00.272" v="0" actId="20577"/>
          <ac:spMkLst>
            <pc:docMk/>
            <pc:sldMk cId="468874092" sldId="257"/>
            <ac:spMk id="4" creationId="{51EB8198-D86A-C8DF-C2F7-9EA19BA6193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A4D4CC-3D90-34B5-3A4F-16BFD6133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207F6E0-B1B3-7042-1B17-C5E67EF7F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3EEE6ED-9B1E-3FCD-6FC2-A6C262676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AF0E7-7A4D-478A-A7E5-487AD907BA04}" type="datetimeFigureOut">
              <a:rPr lang="nl-NL" smtClean="0"/>
              <a:t>23-7-2024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0D6B2EC-136F-455A-D2C1-401B19E3E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CD42E16-6774-6ECC-A46F-FA253F74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2175-6D4B-410A-A009-8812BB8F8B0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72150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3985F4-5D0B-9418-37D0-9E82BD72C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43ABD0C-24CA-55DB-A64E-2BC487514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C4322D1-1F77-D02F-F8ED-EEF57AE12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AF0E7-7A4D-478A-A7E5-487AD907BA04}" type="datetimeFigureOut">
              <a:rPr lang="nl-NL" smtClean="0"/>
              <a:t>23-7-2024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86A9574-884E-02C9-5C64-58E7A7326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0808D4C-2B79-E918-27F8-0916149D2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2175-6D4B-410A-A009-8812BB8F8B0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688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1BDCD0-1D8F-0B32-AE25-06E81A807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378DE8-A835-BC89-94B4-6144E8085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780859B-4B4A-50CC-7A18-A81261344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AF0E7-7A4D-478A-A7E5-487AD907BA04}" type="datetimeFigureOut">
              <a:rPr lang="nl-NL" smtClean="0"/>
              <a:t>23-7-2024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DB49A59-73F0-128D-51A2-38E4615D5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4BB2C17-9112-F2E3-CD24-2F5C0428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2175-6D4B-410A-A009-8812BB8F8B0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6043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28AA4D-F2E8-9F03-F3A4-B8E10656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95ECB7F-87DE-2B47-5A30-B1B81EA9F2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31C04CF-9060-8AD0-48D2-4BDDEF8A0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A60A6B8-78DD-8902-0A91-6CD0549C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AF0E7-7A4D-478A-A7E5-487AD907BA04}" type="datetimeFigureOut">
              <a:rPr lang="nl-NL" smtClean="0"/>
              <a:t>23-7-2024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2066931-1304-259D-D664-D7FE08C4F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0C3C449-A5AB-5F17-CF6E-EF853958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2175-6D4B-410A-A009-8812BB8F8B0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9711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98536-D90B-724D-B12A-79BA71277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CACBB8-9956-CE20-1180-4B2134DF8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83DD188-B756-86A6-C5EA-C27776574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DAB629D-0E1B-0B26-BA9E-6767C3438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07794E2-3EE0-75AD-7EFD-ACD22FE69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47A3334-B7BB-BB14-A992-38A42CCD9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AF0E7-7A4D-478A-A7E5-487AD907BA04}" type="datetimeFigureOut">
              <a:rPr lang="nl-NL" smtClean="0"/>
              <a:t>23-7-2024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B8026C5-20B2-EE9C-C511-95FFFC303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ADD6D6E-CB19-1343-61FA-B1F94BA7B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2175-6D4B-410A-A009-8812BB8F8B0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2880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CD3EA5-AB98-1521-958A-96116A6D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32491CDC-5BD8-0F35-E62C-85DCC094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AF0E7-7A4D-478A-A7E5-487AD907BA04}" type="datetimeFigureOut">
              <a:rPr lang="nl-NL" smtClean="0"/>
              <a:t>23-7-2024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6CF35BA-19A4-A887-1252-36510795E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AB21947-C4C0-0B32-DEEE-2999AB44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2175-6D4B-410A-A009-8812BB8F8B0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1038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9984309-AB7E-79FB-3A69-AA3822623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AF0E7-7A4D-478A-A7E5-487AD907BA04}" type="datetimeFigureOut">
              <a:rPr lang="nl-NL" smtClean="0"/>
              <a:t>23-7-2024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98EA76F-0D81-C8CE-06C8-30D4779CA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1CBD94C-B6AF-6B3F-33E5-8EFA47BD7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2175-6D4B-410A-A009-8812BB8F8B0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042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D64C8-B406-C453-19D6-E856214EC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2BFFE4-6473-5AB8-F3D8-4FDD020D9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279B234-126D-EB78-DFAD-EC353FE49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2DC7393-585E-5BB4-0130-666599656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AF0E7-7A4D-478A-A7E5-487AD907BA04}" type="datetimeFigureOut">
              <a:rPr lang="nl-NL" smtClean="0"/>
              <a:t>23-7-2024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0DD4BA3-F153-31AA-DFA2-E4A1E434D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FEAC9A5-9A59-E2BB-B660-68EE3EFC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2175-6D4B-410A-A009-8812BB8F8B0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43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A35F62-61E0-5A46-8164-DF8B7A6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F439FB75-F6FC-1DCC-14ED-8B51DCD352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99FA55A-5BE6-D819-A864-2898A9038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C1C3A2C-5250-E5A5-4148-54B809613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AF0E7-7A4D-478A-A7E5-487AD907BA04}" type="datetimeFigureOut">
              <a:rPr lang="nl-NL" smtClean="0"/>
              <a:t>23-7-2024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BE4BEB2-74FD-EA6D-6379-6E3D3B0FF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958A7FF-DD67-2098-9108-09178CFF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2175-6D4B-410A-A009-8812BB8F8B0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856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EA6585-E426-DCD2-B393-9B27333BB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B3FD2B9-084D-97DE-7DF1-D1E872FD0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85DE5AB-8EA5-5089-F13C-BE361EB0E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AF0E7-7A4D-478A-A7E5-487AD907BA04}" type="datetimeFigureOut">
              <a:rPr lang="nl-NL" smtClean="0"/>
              <a:t>23-7-2024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508510B-9952-212C-0028-C5B340B06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4E36A49-BA8F-4995-1EA6-6DA15D162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2175-6D4B-410A-A009-8812BB8F8B0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19043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1FC44A4-DB69-035D-58FB-FF0CB5759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1B5483E-7F26-493E-4CBE-6E4755100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D7CE082-EEA4-63E8-0F8D-C94D938E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AF0E7-7A4D-478A-A7E5-487AD907BA04}" type="datetimeFigureOut">
              <a:rPr lang="nl-NL" smtClean="0"/>
              <a:t>23-7-2024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812CBED-292F-6893-4C3B-7D0F36376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A62F2D0-07CA-C3F1-9B0A-6803BD042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D2175-6D4B-410A-A009-8812BB8F8B0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4278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D0221A0-1FCB-0DFB-9ABE-F6541AEFF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8C8FA73-765B-27DE-6DF2-5DF3D3080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2835566-E9B6-E603-80C5-68A5A1CDAB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FAF0E7-7A4D-478A-A7E5-487AD907BA04}" type="datetimeFigureOut">
              <a:rPr lang="nl-NL" smtClean="0"/>
              <a:t>23-7-2024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6490E8F-10FB-9FA1-8B10-E7D6CF11C4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45E8EEA-52E6-4654-2893-CC8DC514D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D2175-6D4B-410A-A009-8812BB8F8B0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3914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A51445-0D06-DC24-51F2-4DC504321B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22A5582-E990-D5A6-B5D8-9D9D0E1130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7305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56A509-A060-F05D-8CD3-FEB3A6B36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5CF3FD2-636C-FF7C-7497-2D17BA2D0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59087" cy="4351338"/>
          </a:xfrm>
        </p:spPr>
        <p:txBody>
          <a:bodyPr/>
          <a:lstStyle/>
          <a:p>
            <a:r>
              <a:rPr lang="nl-NL" dirty="0"/>
              <a:t>General setup Luuk</a:t>
            </a:r>
          </a:p>
          <a:p>
            <a:pPr lvl="1"/>
            <a:r>
              <a:rPr lang="nl-NL" dirty="0" err="1"/>
              <a:t>Main</a:t>
            </a:r>
            <a:r>
              <a:rPr lang="nl-NL" dirty="0"/>
              <a:t> (run </a:t>
            </a:r>
            <a:r>
              <a:rPr lang="nl-NL" dirty="0" err="1"/>
              <a:t>experiments</a:t>
            </a:r>
            <a:r>
              <a:rPr lang="nl-NL" dirty="0"/>
              <a:t>)</a:t>
            </a:r>
          </a:p>
          <a:p>
            <a:pPr lvl="1"/>
            <a:r>
              <a:rPr lang="nl-NL" dirty="0"/>
              <a:t>Test </a:t>
            </a:r>
          </a:p>
          <a:p>
            <a:pPr lvl="1"/>
            <a:r>
              <a:rPr lang="nl-NL" dirty="0" err="1"/>
              <a:t>Methods</a:t>
            </a:r>
            <a:endParaRPr lang="nl-NL" dirty="0"/>
          </a:p>
          <a:p>
            <a:pPr lvl="1"/>
            <a:r>
              <a:rPr lang="nl-NL" dirty="0" err="1"/>
              <a:t>Visualization</a:t>
            </a:r>
            <a:endParaRPr lang="nl-NL" dirty="0"/>
          </a:p>
          <a:p>
            <a:pPr lvl="1"/>
            <a:r>
              <a:rPr lang="nl-NL" dirty="0"/>
              <a:t>Graveyard</a:t>
            </a:r>
          </a:p>
          <a:p>
            <a:pPr lvl="1"/>
            <a:r>
              <a:rPr lang="nl-NL" dirty="0" err="1"/>
              <a:t>Data_preperation</a:t>
            </a:r>
            <a:endParaRPr lang="nl-NL" dirty="0"/>
          </a:p>
          <a:p>
            <a:pPr lvl="1"/>
            <a:r>
              <a:rPr lang="nl-NL" dirty="0" err="1"/>
              <a:t>Misc</a:t>
            </a:r>
            <a:endParaRPr lang="nl-NL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51EB8198-D86A-C8DF-C2F7-9EA19BA6193B}"/>
              </a:ext>
            </a:extLst>
          </p:cNvPr>
          <p:cNvSpPr txBox="1">
            <a:spLocks/>
          </p:cNvSpPr>
          <p:nvPr/>
        </p:nvSpPr>
        <p:spPr>
          <a:xfrm>
            <a:off x="4899992" y="1825625"/>
            <a:ext cx="39590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General setup Leon</a:t>
            </a:r>
          </a:p>
          <a:p>
            <a:pPr lvl="1"/>
            <a:r>
              <a:rPr lang="nl-NL" dirty="0" err="1"/>
              <a:t>Main</a:t>
            </a:r>
            <a:r>
              <a:rPr lang="nl-NL" dirty="0"/>
              <a:t> per experiment</a:t>
            </a:r>
          </a:p>
          <a:p>
            <a:pPr lvl="1"/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8874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537EA5-0F45-E64A-CC1F-ED82B99DA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Keuze 1, lange scripts of </a:t>
            </a:r>
            <a:r>
              <a:rPr lang="nl-NL" dirty="0" err="1"/>
              <a:t>subfolders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32D66A6-8814-2BC1-B4C8-392887BF9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highlight>
                  <a:srgbClr val="00FF00"/>
                </a:highlight>
              </a:rPr>
              <a:t>Model map -&gt; model1.py, model2.py </a:t>
            </a:r>
            <a:r>
              <a:rPr lang="nl-NL" dirty="0" err="1">
                <a:highlight>
                  <a:srgbClr val="00FF00"/>
                </a:highlight>
              </a:rPr>
              <a:t>etc</a:t>
            </a:r>
            <a:endParaRPr lang="nl-NL" dirty="0">
              <a:highlight>
                <a:srgbClr val="00FF00"/>
              </a:highlight>
            </a:endParaRPr>
          </a:p>
          <a:p>
            <a:pPr lvl="1"/>
            <a:r>
              <a:rPr lang="nl-NL" dirty="0">
                <a:highlight>
                  <a:srgbClr val="00FF00"/>
                </a:highlight>
              </a:rPr>
              <a:t>Makkelijk te lezen scripts</a:t>
            </a:r>
          </a:p>
          <a:p>
            <a:pPr lvl="1"/>
            <a:endParaRPr lang="nl-NL" dirty="0"/>
          </a:p>
          <a:p>
            <a:pPr lvl="1"/>
            <a:endParaRPr lang="nl-NL" dirty="0"/>
          </a:p>
          <a:p>
            <a:r>
              <a:rPr lang="nl-NL" dirty="0">
                <a:highlight>
                  <a:srgbClr val="FF0000"/>
                </a:highlight>
              </a:rPr>
              <a:t>Model.py -&gt; class model1, class model2</a:t>
            </a:r>
          </a:p>
          <a:p>
            <a:pPr lvl="1"/>
            <a:r>
              <a:rPr lang="nl-NL" dirty="0">
                <a:highlight>
                  <a:srgbClr val="FF0000"/>
                </a:highlight>
              </a:rPr>
              <a:t>Alles in een</a:t>
            </a:r>
          </a:p>
        </p:txBody>
      </p:sp>
    </p:spTree>
    <p:extLst>
      <p:ext uri="{BB962C8B-B14F-4D97-AF65-F5344CB8AC3E}">
        <p14:creationId xmlns:p14="http://schemas.microsoft.com/office/powerpoint/2010/main" val="3747136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B1A82C-25B4-1278-39AF-2D0EDD0C3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Keuze 2, </a:t>
            </a:r>
            <a:r>
              <a:rPr lang="nl-NL" dirty="0" err="1"/>
              <a:t>config</a:t>
            </a:r>
            <a:r>
              <a:rPr lang="nl-NL" dirty="0"/>
              <a:t> files of geen </a:t>
            </a:r>
            <a:r>
              <a:rPr lang="nl-NL" dirty="0" err="1"/>
              <a:t>config</a:t>
            </a:r>
            <a:r>
              <a:rPr lang="nl-NL" dirty="0"/>
              <a:t> files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E4317DC-3335-B1E0-3285-B766365A5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Lets go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config</a:t>
            </a:r>
            <a:r>
              <a:rPr lang="nl-NL" dirty="0"/>
              <a:t>! Met .</a:t>
            </a:r>
            <a:r>
              <a:rPr lang="nl-NL" dirty="0" err="1"/>
              <a:t>yml</a:t>
            </a:r>
            <a:r>
              <a:rPr lang="nl-NL" dirty="0"/>
              <a:t> met </a:t>
            </a:r>
            <a:r>
              <a:rPr lang="nl-NL" dirty="0" err="1"/>
              <a:t>dict</a:t>
            </a:r>
            <a:r>
              <a:rPr lang="nl-NL" dirty="0"/>
              <a:t> of </a:t>
            </a:r>
            <a:r>
              <a:rPr lang="nl-NL" dirty="0" err="1"/>
              <a:t>dict</a:t>
            </a:r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2292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BAF79A-D3A3-294E-3090-A17797AEC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Optuna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75CA661-320F-5C4D-7218-46AFFEEC9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Trail</a:t>
            </a:r>
            <a:r>
              <a:rPr lang="nl-NL" dirty="0"/>
              <a:t> -&gt; </a:t>
            </a:r>
            <a:r>
              <a:rPr lang="nl-NL" dirty="0" err="1"/>
              <a:t>hyperparamters</a:t>
            </a:r>
            <a:endParaRPr lang="nl-NL" dirty="0"/>
          </a:p>
          <a:p>
            <a:endParaRPr lang="nl-NL" dirty="0"/>
          </a:p>
          <a:p>
            <a:r>
              <a:rPr lang="nl-NL" dirty="0"/>
              <a:t>Maak </a:t>
            </a:r>
            <a:r>
              <a:rPr lang="nl-NL" dirty="0" err="1"/>
              <a:t>config</a:t>
            </a:r>
            <a:r>
              <a:rPr lang="nl-NL" dirty="0"/>
              <a:t> file</a:t>
            </a:r>
          </a:p>
          <a:p>
            <a:endParaRPr lang="nl-NL" dirty="0"/>
          </a:p>
          <a:p>
            <a:r>
              <a:rPr lang="nl-NL" dirty="0"/>
              <a:t>Laad model met </a:t>
            </a:r>
            <a:r>
              <a:rPr lang="nl-NL" dirty="0" err="1"/>
              <a:t>config</a:t>
            </a:r>
            <a:r>
              <a:rPr lang="nl-NL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3992016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756E755-1B81-1598-640D-C7A3F7B6B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68" y="155320"/>
            <a:ext cx="11597640" cy="6550279"/>
          </a:xfrm>
        </p:spPr>
        <p:txBody>
          <a:bodyPr>
            <a:normAutofit fontScale="92500" lnSpcReduction="20000"/>
          </a:bodyPr>
          <a:lstStyle/>
          <a:p>
            <a:r>
              <a:rPr lang="nl-NL" dirty="0"/>
              <a:t>Data (extern //</a:t>
            </a:r>
            <a:r>
              <a:rPr lang="nl-NL" dirty="0" err="1"/>
              <a:t>zkh</a:t>
            </a:r>
            <a:r>
              <a:rPr lang="nl-NL" dirty="0"/>
              <a:t>)</a:t>
            </a:r>
          </a:p>
          <a:p>
            <a:endParaRPr lang="nl-NL" dirty="0"/>
          </a:p>
          <a:p>
            <a:r>
              <a:rPr lang="nl-NL" dirty="0"/>
              <a:t>Notebooks (shared) </a:t>
            </a:r>
          </a:p>
          <a:p>
            <a:pPr lvl="1"/>
            <a:r>
              <a:rPr lang="nl-NL" dirty="0"/>
              <a:t>PRIIMA </a:t>
            </a:r>
          </a:p>
          <a:p>
            <a:pPr lvl="1"/>
            <a:r>
              <a:rPr lang="nl-NL" dirty="0"/>
              <a:t>DETOX</a:t>
            </a:r>
          </a:p>
          <a:p>
            <a:r>
              <a:rPr lang="nl-NL" dirty="0" err="1"/>
              <a:t>Src</a:t>
            </a:r>
            <a:r>
              <a:rPr lang="nl-NL" dirty="0"/>
              <a:t> (shared)</a:t>
            </a:r>
          </a:p>
          <a:p>
            <a:pPr lvl="1"/>
            <a:r>
              <a:rPr lang="nl-NL" dirty="0" err="1"/>
              <a:t>Models</a:t>
            </a:r>
            <a:r>
              <a:rPr lang="nl-NL" dirty="0"/>
              <a:t> (</a:t>
            </a:r>
            <a:r>
              <a:rPr lang="nl-NL" dirty="0" err="1"/>
              <a:t>self</a:t>
            </a:r>
            <a:r>
              <a:rPr lang="nl-NL" dirty="0"/>
              <a:t> gemaakt)</a:t>
            </a:r>
          </a:p>
          <a:p>
            <a:pPr lvl="2"/>
            <a:r>
              <a:rPr lang="nl-NL" dirty="0"/>
              <a:t>Modellen </a:t>
            </a:r>
          </a:p>
          <a:p>
            <a:pPr lvl="2"/>
            <a:r>
              <a:rPr lang="nl-NL" dirty="0" err="1"/>
              <a:t>Layers</a:t>
            </a:r>
            <a:endParaRPr lang="nl-NL" dirty="0"/>
          </a:p>
          <a:p>
            <a:pPr lvl="1"/>
            <a:r>
              <a:rPr lang="nl-NL" dirty="0" err="1"/>
              <a:t>Optimizers</a:t>
            </a:r>
            <a:r>
              <a:rPr lang="nl-NL" dirty="0"/>
              <a:t> (</a:t>
            </a:r>
            <a:r>
              <a:rPr lang="nl-NL" dirty="0" err="1"/>
              <a:t>imports</a:t>
            </a:r>
            <a:r>
              <a:rPr lang="nl-NL" dirty="0"/>
              <a:t> uit </a:t>
            </a:r>
            <a:r>
              <a:rPr lang="nl-NL" dirty="0" err="1"/>
              <a:t>torch</a:t>
            </a:r>
            <a:r>
              <a:rPr lang="nl-NL" dirty="0"/>
              <a:t>)</a:t>
            </a:r>
          </a:p>
          <a:p>
            <a:pPr lvl="1"/>
            <a:r>
              <a:rPr lang="nl-NL" dirty="0" err="1"/>
              <a:t>Augmentations</a:t>
            </a:r>
            <a:r>
              <a:rPr lang="nl-NL" dirty="0"/>
              <a:t> (</a:t>
            </a:r>
            <a:r>
              <a:rPr lang="nl-NL" dirty="0" err="1"/>
              <a:t>imports</a:t>
            </a:r>
            <a:r>
              <a:rPr lang="nl-NL" dirty="0"/>
              <a:t> uit </a:t>
            </a:r>
            <a:r>
              <a:rPr lang="nl-NL" dirty="0" err="1"/>
              <a:t>monai</a:t>
            </a:r>
            <a:r>
              <a:rPr lang="nl-NL" dirty="0"/>
              <a:t>)</a:t>
            </a:r>
          </a:p>
          <a:p>
            <a:pPr lvl="1"/>
            <a:r>
              <a:rPr lang="nl-NL" dirty="0" err="1"/>
              <a:t>Loader</a:t>
            </a:r>
            <a:endParaRPr lang="nl-NL" dirty="0"/>
          </a:p>
          <a:p>
            <a:pPr lvl="2"/>
            <a:r>
              <a:rPr lang="nl-NL" dirty="0"/>
              <a:t>data </a:t>
            </a:r>
            <a:r>
              <a:rPr lang="nl-NL" dirty="0" err="1"/>
              <a:t>loader</a:t>
            </a:r>
            <a:r>
              <a:rPr lang="nl-NL" dirty="0"/>
              <a:t> </a:t>
            </a:r>
            <a:r>
              <a:rPr lang="nl-NL" dirty="0">
                <a:sym typeface="Wingdings" panose="05000000000000000000" pitchFamily="2" charset="2"/>
              </a:rPr>
              <a:t> </a:t>
            </a:r>
          </a:p>
          <a:p>
            <a:pPr lvl="1"/>
            <a:r>
              <a:rPr lang="nl-NL" dirty="0" err="1">
                <a:sym typeface="Wingdings" panose="05000000000000000000" pitchFamily="2" charset="2"/>
              </a:rPr>
              <a:t>Misc</a:t>
            </a:r>
            <a:endParaRPr lang="nl-NL" dirty="0">
              <a:sym typeface="Wingdings" panose="05000000000000000000" pitchFamily="2" charset="2"/>
            </a:endParaRPr>
          </a:p>
          <a:p>
            <a:pPr lvl="1"/>
            <a:r>
              <a:rPr lang="nl-NL" dirty="0" err="1"/>
              <a:t>Visualization</a:t>
            </a:r>
            <a:endParaRPr lang="nl-NL" dirty="0"/>
          </a:p>
          <a:p>
            <a:pPr lvl="2"/>
            <a:r>
              <a:rPr lang="nl-NL" dirty="0"/>
              <a:t>Attention </a:t>
            </a:r>
            <a:r>
              <a:rPr lang="nl-NL" dirty="0" err="1"/>
              <a:t>maps</a:t>
            </a:r>
            <a:endParaRPr lang="nl-NL" dirty="0"/>
          </a:p>
          <a:p>
            <a:pPr lvl="2"/>
            <a:r>
              <a:rPr lang="nl-NL" dirty="0" err="1"/>
              <a:t>Plotjes</a:t>
            </a:r>
            <a:endParaRPr lang="nl-NL" dirty="0"/>
          </a:p>
          <a:p>
            <a:pPr marL="0" indent="0">
              <a:buNone/>
            </a:pPr>
            <a:endParaRPr lang="nl-NL" dirty="0"/>
          </a:p>
          <a:p>
            <a:r>
              <a:rPr lang="nl-NL" dirty="0"/>
              <a:t>Resultaten (extern)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11632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618E53-446C-0FD6-F9EA-12565B1A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Keuze 3, wat dient de output te bij </a:t>
            </a:r>
            <a:r>
              <a:rPr lang="nl-NL" dirty="0" err="1"/>
              <a:t>optuna</a:t>
            </a:r>
            <a:r>
              <a:rPr lang="nl-NL" dirty="0"/>
              <a:t> trial</a:t>
            </a:r>
            <a:endParaRPr lang="en-GB" dirty="0"/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9350E54A-0048-2736-1E28-6E59E4598817}"/>
              </a:ext>
            </a:extLst>
          </p:cNvPr>
          <p:cNvSpPr txBox="1">
            <a:spLocks/>
          </p:cNvSpPr>
          <p:nvPr/>
        </p:nvSpPr>
        <p:spPr>
          <a:xfrm>
            <a:off x="870891" y="1690688"/>
            <a:ext cx="3959087" cy="516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Huidig (volgens mij voor elke trial):</a:t>
            </a:r>
          </a:p>
          <a:p>
            <a:pPr lvl="1"/>
            <a:r>
              <a:rPr lang="nl-NL" dirty="0"/>
              <a:t>model </a:t>
            </a:r>
            <a:r>
              <a:rPr lang="nl-NL" dirty="0" err="1"/>
              <a:t>weights</a:t>
            </a:r>
            <a:r>
              <a:rPr lang="nl-NL" dirty="0"/>
              <a:t> </a:t>
            </a:r>
          </a:p>
          <a:p>
            <a:pPr lvl="1"/>
            <a:r>
              <a:rPr lang="nl-NL" dirty="0"/>
              <a:t>Predicties</a:t>
            </a:r>
          </a:p>
          <a:p>
            <a:pPr lvl="1"/>
            <a:r>
              <a:rPr lang="nl-NL" dirty="0"/>
              <a:t>Source code </a:t>
            </a:r>
          </a:p>
          <a:p>
            <a:pPr lvl="1"/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1E10A72A-A116-80D3-6A19-3665ACC8226B}"/>
              </a:ext>
            </a:extLst>
          </p:cNvPr>
          <p:cNvSpPr txBox="1">
            <a:spLocks/>
          </p:cNvSpPr>
          <p:nvPr/>
        </p:nvSpPr>
        <p:spPr>
          <a:xfrm>
            <a:off x="4862669" y="1607911"/>
            <a:ext cx="43870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Suggestie:</a:t>
            </a:r>
          </a:p>
          <a:p>
            <a:pPr lvl="1"/>
            <a:r>
              <a:rPr lang="nl-NL" dirty="0" err="1"/>
              <a:t>Config</a:t>
            </a:r>
            <a:r>
              <a:rPr lang="nl-NL" dirty="0"/>
              <a:t> per </a:t>
            </a:r>
            <a:r>
              <a:rPr lang="nl-NL" dirty="0" err="1"/>
              <a:t>trail</a:t>
            </a:r>
            <a:endParaRPr lang="nl-NL" dirty="0"/>
          </a:p>
          <a:p>
            <a:pPr lvl="1"/>
            <a:r>
              <a:rPr lang="nl-NL" dirty="0"/>
              <a:t>CSV samenvatting alle trials met:</a:t>
            </a:r>
          </a:p>
          <a:p>
            <a:pPr lvl="2"/>
            <a:r>
              <a:rPr lang="nl-NL" dirty="0" err="1"/>
              <a:t>Metrics</a:t>
            </a:r>
            <a:r>
              <a:rPr lang="nl-NL" dirty="0"/>
              <a:t>: AUC, ECE, </a:t>
            </a:r>
            <a:r>
              <a:rPr lang="nl-NL" dirty="0" err="1"/>
              <a:t>accuracy</a:t>
            </a:r>
            <a:r>
              <a:rPr lang="nl-NL" dirty="0"/>
              <a:t> … </a:t>
            </a:r>
          </a:p>
          <a:p>
            <a:pPr lvl="2"/>
            <a:r>
              <a:rPr lang="nl-NL" dirty="0" err="1"/>
              <a:t>Path</a:t>
            </a:r>
            <a:r>
              <a:rPr lang="nl-NL" dirty="0"/>
              <a:t>(s): </a:t>
            </a:r>
            <a:r>
              <a:rPr lang="nl-NL" dirty="0" err="1"/>
              <a:t>config</a:t>
            </a:r>
            <a:r>
              <a:rPr lang="nl-NL" dirty="0"/>
              <a:t> bestand</a:t>
            </a:r>
          </a:p>
          <a:p>
            <a:pPr lvl="1"/>
            <a:r>
              <a:rPr lang="nl-NL" dirty="0"/>
              <a:t>Extra voor de beste 5? modellen:</a:t>
            </a:r>
          </a:p>
          <a:p>
            <a:pPr lvl="2"/>
            <a:r>
              <a:rPr lang="nl-NL" dirty="0"/>
              <a:t>Predicties alle </a:t>
            </a:r>
            <a:r>
              <a:rPr lang="nl-NL" dirty="0" err="1"/>
              <a:t>patienten</a:t>
            </a:r>
            <a:endParaRPr lang="nl-NL" dirty="0"/>
          </a:p>
          <a:p>
            <a:pPr lvl="2"/>
            <a:r>
              <a:rPr lang="nl-NL" dirty="0"/>
              <a:t>Model </a:t>
            </a:r>
            <a:r>
              <a:rPr lang="nl-NL" dirty="0" err="1"/>
              <a:t>weights</a:t>
            </a:r>
            <a:r>
              <a:rPr lang="nl-NL" dirty="0"/>
              <a:t> </a:t>
            </a:r>
          </a:p>
          <a:p>
            <a:pPr marL="914400" lvl="2" indent="0">
              <a:buNone/>
            </a:pPr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22897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635DF1-B565-F1AB-505D-D766A290F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Keuze 4, gebruikt </a:t>
            </a:r>
            <a:r>
              <a:rPr lang="nl-NL" dirty="0" err="1"/>
              <a:t>weights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biases</a:t>
            </a:r>
            <a:r>
              <a:rPr lang="nl-NL" dirty="0"/>
              <a:t> voor model training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F38C8F8-6F6F-FC9A-F1A2-44B4B8BEA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63680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5692</TotalTime>
  <Words>209</Words>
  <Application>Microsoft Office PowerPoint</Application>
  <PresentationFormat>Breedbeeld</PresentationFormat>
  <Paragraphs>61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Kantoorthema</vt:lpstr>
      <vt:lpstr>PowerPoint-presentatie</vt:lpstr>
      <vt:lpstr>PowerPoint-presentatie</vt:lpstr>
      <vt:lpstr>Keuze 1, lange scripts of subfolders</vt:lpstr>
      <vt:lpstr>Keuze 2, config files of geen config files</vt:lpstr>
      <vt:lpstr>Optuna</vt:lpstr>
      <vt:lpstr>PowerPoint-presentatie</vt:lpstr>
      <vt:lpstr>Keuze 3, wat dient de output te bij optuna trial</vt:lpstr>
      <vt:lpstr>Keuze 4, gebruikt weights and biases voor model training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Hoek, L van der (rt)</dc:creator>
  <cp:lastModifiedBy>Hoek, L van der (rt)</cp:lastModifiedBy>
  <cp:revision>2</cp:revision>
  <dcterms:created xsi:type="dcterms:W3CDTF">2024-07-19T08:09:27Z</dcterms:created>
  <dcterms:modified xsi:type="dcterms:W3CDTF">2024-07-24T06:03:55Z</dcterms:modified>
</cp:coreProperties>
</file>